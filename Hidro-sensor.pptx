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3e5f2cd1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3e5f2cd1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3e5f2cd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3e5f2cd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3e5f2cd1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3e5f2cd1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3e5f2cd1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3e5f2cd1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3e5f2cd1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3e5f2cd1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3e5f2cd1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3e5f2cd1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Hidro-sensor</a:t>
            </a:r>
            <a:endParaRPr/>
          </a:p>
        </p:txBody>
      </p:sp>
      <p:sp>
        <p:nvSpPr>
          <p:cNvPr id="55" name="Google Shape;55;p13"/>
          <p:cNvSpPr txBox="1"/>
          <p:nvPr>
            <p:ph idx="4294967295" type="subTitle"/>
          </p:nvPr>
        </p:nvSpPr>
        <p:spPr>
          <a:xfrm>
            <a:off x="490250" y="31477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Presentación</a:t>
            </a:r>
            <a:endParaRPr/>
          </a:p>
        </p:txBody>
      </p:sp>
      <p:pic>
        <p:nvPicPr>
          <p:cNvPr descr="wet road icon vector. Isolated contour symbol illustration (proporcionada por Getty Images)"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2950" y="1311950"/>
            <a:ext cx="3094323" cy="27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Integrantes: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Albornoz Maximo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Alomar Julian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Diaz Dalma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                                                                                                       5to 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¿De que trata el proyecto?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336175"/>
            <a:ext cx="8520600" cy="26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proyecto se basa en una </a:t>
            </a:r>
            <a:r>
              <a:rPr lang="es-419"/>
              <a:t>problemática: el agua.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Consiste en controlar el nivel del agua, el cual tiene tres etapas: alto, medio y bajo.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Todo esto es monitoreado gracias a un sensor, el cual nos avisa el cambio.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¿A </a:t>
            </a:r>
            <a:r>
              <a:rPr lang="es-419"/>
              <a:t>raíz</a:t>
            </a:r>
            <a:r>
              <a:rPr lang="es-419"/>
              <a:t> de que </a:t>
            </a:r>
            <a:r>
              <a:rPr lang="es-419"/>
              <a:t>surgió</a:t>
            </a:r>
            <a:r>
              <a:rPr lang="es-419"/>
              <a:t> este proyecto?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Este proyecto </a:t>
            </a:r>
            <a:r>
              <a:rPr lang="es-419"/>
              <a:t>surgió</a:t>
            </a:r>
            <a:r>
              <a:rPr lang="es-419"/>
              <a:t> a </a:t>
            </a:r>
            <a:r>
              <a:rPr lang="es-419"/>
              <a:t>raíz de la problemática de </a:t>
            </a:r>
            <a:r>
              <a:rPr lang="es-419"/>
              <a:t> la falta de agua en las escuelas, que muchas veces gracias a esto los/as estudiantes pierden tiempo de clase.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Si bien esta propuesta no le da una  </a:t>
            </a:r>
            <a:r>
              <a:rPr lang="es-419"/>
              <a:t>solución</a:t>
            </a:r>
            <a:r>
              <a:rPr lang="es-419"/>
              <a:t> a ese problema, sirve demasiado para que </a:t>
            </a:r>
            <a:r>
              <a:rPr lang="es-419"/>
              <a:t>estén</a:t>
            </a:r>
            <a:r>
              <a:rPr lang="es-419"/>
              <a:t> atentos y puedan prevenir antes este problema.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	Que materiales se utilizaron?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Para este trabajo se </a:t>
            </a:r>
            <a:r>
              <a:rPr lang="es-419"/>
              <a:t>utilizó</a:t>
            </a:r>
            <a:r>
              <a:rPr lang="es-419"/>
              <a:t>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+Un Arduino 1, que es donde se conectaron todos los otros materiales.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+Un buzzer, que hace </a:t>
            </a:r>
            <a:r>
              <a:rPr lang="es-419"/>
              <a:t>función</a:t>
            </a:r>
            <a:r>
              <a:rPr lang="es-419"/>
              <a:t> de alarma.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+Un sensor de agua.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+Una Luz LED RGB.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+Pantalla LCD.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Partes del Proyecto: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2083675" y="1347088"/>
            <a:ext cx="4665000" cy="3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2666819" y="763936"/>
            <a:ext cx="3498728" cy="46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/>
          <p:nvPr/>
        </p:nvSpPr>
        <p:spPr>
          <a:xfrm>
            <a:off x="5254850" y="3468850"/>
            <a:ext cx="1176000" cy="10662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/>
          <p:nvPr/>
        </p:nvSpPr>
        <p:spPr>
          <a:xfrm>
            <a:off x="6462350" y="3954975"/>
            <a:ext cx="768300" cy="2040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/>
        </p:nvSpPr>
        <p:spPr>
          <a:xfrm>
            <a:off x="7356175" y="3711975"/>
            <a:ext cx="12702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</a:rPr>
              <a:t>Pantalla LCD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3247650" y="1853675"/>
            <a:ext cx="564600" cy="3765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/>
          <p:nvPr/>
        </p:nvSpPr>
        <p:spPr>
          <a:xfrm>
            <a:off x="3812250" y="2088900"/>
            <a:ext cx="768300" cy="572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/>
          <p:nvPr/>
        </p:nvSpPr>
        <p:spPr>
          <a:xfrm>
            <a:off x="4674650" y="2908150"/>
            <a:ext cx="454800" cy="3765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8"/>
          <p:cNvSpPr/>
          <p:nvPr/>
        </p:nvSpPr>
        <p:spPr>
          <a:xfrm>
            <a:off x="2777200" y="2810225"/>
            <a:ext cx="1301700" cy="1035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/>
          <p:nvPr/>
        </p:nvSpPr>
        <p:spPr>
          <a:xfrm>
            <a:off x="5176475" y="3029775"/>
            <a:ext cx="2054100" cy="2040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7277600" y="2888775"/>
            <a:ext cx="1270200" cy="4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</a:rPr>
              <a:t>LED RGB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4580550" y="2214500"/>
            <a:ext cx="2446200" cy="2040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7136500" y="2088900"/>
            <a:ext cx="11760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</a:rPr>
              <a:t>Sensor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</a:rPr>
              <a:t>(prueba)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1256300" y="3176825"/>
            <a:ext cx="1521000" cy="204000"/>
          </a:xfrm>
          <a:prstGeom prst="leftArrow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 txBox="1"/>
          <p:nvPr/>
        </p:nvSpPr>
        <p:spPr>
          <a:xfrm>
            <a:off x="80300" y="3035825"/>
            <a:ext cx="1176000" cy="4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</a:rPr>
              <a:t>Arduino 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1663950" y="1939925"/>
            <a:ext cx="1583700" cy="204000"/>
          </a:xfrm>
          <a:prstGeom prst="lef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487725" y="1681775"/>
            <a:ext cx="10821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</a:rPr>
              <a:t>Buzzer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¿Como se </a:t>
            </a:r>
            <a:r>
              <a:rPr lang="es-419"/>
              <a:t>trabajó</a:t>
            </a:r>
            <a:r>
              <a:rPr lang="es-419"/>
              <a:t> ?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Principalmente, antes de pasar a lo </a:t>
            </a:r>
            <a:r>
              <a:rPr lang="es-419"/>
              <a:t>físico</a:t>
            </a:r>
            <a:r>
              <a:rPr lang="es-419"/>
              <a:t>, este proyecto se </a:t>
            </a:r>
            <a:r>
              <a:rPr lang="es-419"/>
              <a:t>trabajó</a:t>
            </a:r>
            <a:r>
              <a:rPr lang="es-419"/>
              <a:t> con un simulador llamado TINCKERCAD. En el cual probamos diferentes </a:t>
            </a:r>
            <a:r>
              <a:rPr lang="es-419"/>
              <a:t>códigos</a:t>
            </a:r>
            <a:r>
              <a:rPr lang="es-419"/>
              <a:t> y prototipos.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Una vez logrado lo que </a:t>
            </a:r>
            <a:r>
              <a:rPr lang="es-419"/>
              <a:t>queríamos, y estar seguros de que no iba a haber ningún inconveniente, se pasó a la parte física.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